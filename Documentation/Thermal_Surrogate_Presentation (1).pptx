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3D-IC THERMAL SURROGATE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Physics-Informed Graph Neural Network for Chip Thermal Prediction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3931920"/>
            <a:ext cx="118872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Si-Vision  |  Candidate Project Walkthrough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 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 Simulation Is Accurate but Slow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3D-IC Design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.stk stack + .flp floorplans: dies, blocks, TSVs, packaging, cooling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096512" y="2377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2F4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377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3D-ICE Simulation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solver gives ground-truth per-block temperature - but is slow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799832" y="2377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429000" cy="2103120"/>
          </a:xfrm>
          <a:prstGeom prst="roundRect">
            <a:avLst>
              <a:gd name="adj" fmla="val 3478"/>
            </a:avLst>
          </a:prstGeom>
          <a:solidFill>
            <a:srgbClr val="F2F4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7532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3774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Iteration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hotspot fix or cooling change means re-running the full simulation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977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replaces the slow simulator with a trained GNN surrogate for fast design-space exploration.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DATA &amp; PREPROCESSING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Simulation Files to Model-Ready Graphs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EDEF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5819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.stk / .flp files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0299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design description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218688" y="2011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EDEF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93592" y="15819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conversion + validation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0299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Contract-checked intermediate format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07608" y="2011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EDEF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82512" y="15819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0299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= blocks, edges = thermal links, globals = package context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796528" y="2011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006840" y="14630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71432" y="15819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preprocessing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71432" y="202996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log1p, one-hot, engineered relative features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063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CHOICES THAT MATTERED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429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Distribution-matched split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7490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100 seeds for a train/val/test split whose 4 temperature-range distributions match - not a plain random split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429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+ StandardScaler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7490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every skewed, positive feature (area, power, resistance, path length...) before scaling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663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Scale-invariant geometry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9834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Position/size features made relative to each chip's own width/height, so the model generalizes across chip sizes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4663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Log-space target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49834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log(T) is modeled and standardized, not raw Kelvin - fits the model's error behavior better across 300-500K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MODELING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Edge-Conditioned Message Passing + Attention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2A357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Projection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16916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297680" y="132588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141B4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Message-Passing Block  (x 4 layers)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NNConv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2585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MLP generates a 64x64 weight per edge - resistance shapes the message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GATv2Conv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30358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2-head attention, edge-aware, no self-loops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520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-&gt; activation -&gt; residual -&gt; LayerNorm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8130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stabilizes 4 stacked layers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26060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686800" y="214884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2A357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6968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Global Context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2697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+ cooling + ambient encoded once per graph, fused before prediction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3840480"/>
            <a:ext cx="2834640" cy="685800"/>
          </a:xfrm>
          <a:prstGeom prst="roundRect">
            <a:avLst>
              <a:gd name="adj" fmla="val 10667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0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temperature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node / 11 edge / 21 global features   .   hidden = 64   .   4 layers   .   2 attention heads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MODELING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Deep Dive: Shapes and Layer Math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566928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7218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147218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[N,18], edge_attr [E,11], global [1,21]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147218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nodes, E edges per graph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3911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projection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039112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h0 = MLP(x) -&gt; [N,64]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03911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Linear-&gt;64 -&gt; LeakyReLU -&gt; Linear-&gt;64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551176"/>
            <a:ext cx="11064240" cy="566928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26060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NNConv (per layer)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60604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W_e = EdgeMLP(edge_attr) -&gt; [64x64]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6060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features generate a per-edge weight matrix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1729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GATv2Conv (per layer)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3172968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h_gat = Attn(h, edge_index, edge_attr)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17296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heads, concat=False, edge_dim=11, no self-loops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685032"/>
            <a:ext cx="11064240" cy="566928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37398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(per layer)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697480" y="37398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LayerNorm( h + LeakyReLU(Linear([h_nn;h_gat])) 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373989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128 -&gt; Linear 64, residual, normalize - x4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43068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encoder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697480" y="430682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MLP(global) -&gt; [1,64]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430682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2-layer MLP shape as input projection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818888"/>
            <a:ext cx="11064240" cy="566928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487375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head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697480" y="4873752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y_hat = Linear(LeakyReLU(Linear([h_final; g])))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487375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128 -&gt; 64 -&gt; 1, normalized log-temperature per node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MODELING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Training: Physics-Informed, Range-Balanced, Overfit-Guarded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Range-Balanced Loss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945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300-500K split into 4 ranges, softly blended at boundaries so every regime contributes equally - not just the common mid-range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F2F4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Energy Physics Loss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1945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heat to ambient must match injected power per graph - a real conservation-law constraint, warmed up over 20 epochs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F2F4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Log-Normal (Jensen) Correction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1605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log(T); exp() alone is biased low - corrected per temperature range using estimated residual variance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56616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F2F4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3749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Overfitting Guard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1605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 run's train/val gap grew to +21% while RMSE looked fine - added a hard gap-based stop beyond ordinary early stopping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history: range_balanced -&gt; hard_finetuned -&gt; hard_finetuned_x3 -&gt; super_power -&gt; ultra_super_power_V2000 -&gt; playground v1-v7 (best)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Test-Set Results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1,047 test graphs   .   43,801 test nodes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5.55 K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1554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3.78 K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554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-1.26 K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006840" y="1554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67.23 K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9006840" y="2194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Error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697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&gt; 5K: 25.79%     Error &gt; 8K: 11.02%     Error &gt; 10K: 6.47%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246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3246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3246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3246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246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3246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&gt;8K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646920" y="3246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575304"/>
            <a:ext cx="11064240" cy="438912"/>
          </a:xfrm>
          <a:prstGeom prst="rect">
            <a:avLst/>
          </a:prstGeom>
          <a:solidFill>
            <a:srgbClr val="2A357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300-350 K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194560" y="3611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9,932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70332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2.56 K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16636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 K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+0.72 K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18388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1.28%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646920" y="3611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0.58%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069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350-400 K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194560" y="4069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11,468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70332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5.08 K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16636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3.15 K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629400" y="4069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-0.85 K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18388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4.94%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646920" y="40690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2.35%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489704"/>
            <a:ext cx="11064240" cy="438912"/>
          </a:xfrm>
          <a:prstGeom prst="rect">
            <a:avLst/>
          </a:prstGeom>
          <a:solidFill>
            <a:srgbClr val="2A357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0080" y="4526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400-450 K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2194560" y="4526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14,055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3703320" y="4526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6.04 K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166360" y="4526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 K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629400" y="4526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-1.43 K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183880" y="4526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15.40%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646920" y="45262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9.07%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4983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450-500 K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2194560" y="4983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8,339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3703320" y="4983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7.56 K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5166360" y="4983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5.75 K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629400" y="4983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-3.91 K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183880" y="4983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23.59%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9646920" y="4983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14.73%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degrades toward the hottest, highest-risk range (450-500K: RMSE 7.56K, nearly 1 in 4 nodes off by &gt;8K) - exactly why the loss is range-balanced rather than optimized for average RMSE alone.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37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THE TOOL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Upload to Prediction, in One Request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EDEF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4996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.stk / .flp (Streamlit)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901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75688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EDEF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579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 (FastAPI)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560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734056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EDEF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8163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graph + preprocess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2186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92424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EDEF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474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GNN -&gt; per-node temps + plot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graph-construction contract used in training - no train/serve mismatch.</a:t>
            </a:r>
            <a:endParaRPr lang="en-US" sz="1050" dirty="0"/>
          </a:p>
        </p:txBody>
      </p:sp>
      <p:pic>
        <p:nvPicPr>
          <p:cNvPr id="16" name="Image 0" descr="result_goo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371600"/>
            <a:ext cx="5852160" cy="30175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715000" y="44348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output: predicted vs. ground truth per block, with RMSE/MAE/bias in the title and a color-coded thermal map.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- happy to go deeper into any stage.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2026-09-27T23:05:23Z</dcterms:created>
  <dcterms:modified xsi:type="dcterms:W3CDTF">2026-09-27T23:05:23Z</dcterms:modified>
</cp:coreProperties>
</file>